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B1E8"/>
    <a:srgbClr val="82E866"/>
    <a:srgbClr val="7CAFDE"/>
    <a:srgbClr val="FFD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033B1-AA3B-DD00-6952-ACA2960D2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F4B81C-5F0A-2963-19CB-76A0C88BAE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AE011-B59D-3561-4009-391FCF460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6A7BD-763D-4401-A4E4-B044FF19B44A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07AE5-B12D-374B-8AEF-CCBFE54DF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3FAB7-A53C-B815-9DE7-A34B763D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6C8D5-F78A-4824-B199-2674EF4975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478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A2FF1-1F6D-ED78-63D5-E22D00B70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137DB-FF64-3343-D927-799E4F42E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194FD-15D4-444E-D8B8-C9551E21C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6A7BD-763D-4401-A4E4-B044FF19B44A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D834B-001D-8478-047E-CB3B0C3A4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34421-7D28-B037-6E74-4AE0A0939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6C8D5-F78A-4824-B199-2674EF4975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478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BFF18-4B99-FA79-EA81-C478B2A6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A87DA-505F-FEBE-606E-272C150BD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385F9-7996-1C94-EB02-5462F962A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6A7BD-763D-4401-A4E4-B044FF19B44A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75268-979D-5F77-B631-4F646389A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F6551-78E1-54D8-5624-CE7D8F4EF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6C8D5-F78A-4824-B199-2674EF4975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97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D8131-BD0A-5C68-F497-BFACE8859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6C221-F203-61C0-3708-FAB9EAECB3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C57380-5FAA-B39E-F099-A71811D47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21E5A-102E-AD39-D353-8527220C3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6A7BD-763D-4401-A4E4-B044FF19B44A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1A4F0-63E5-9FE2-70BA-216887BF2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31419-5266-17C4-58CC-F18375D3A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6C8D5-F78A-4824-B199-2674EF4975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248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146B9-1503-CA07-42BB-25B9695D5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A1A94-4437-6B35-3044-683A7DE16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4AC0B-1D1F-84EF-E975-9D27CA3EB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5DB436-3FFB-423C-BA25-0ACBB33A8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1BADA1-DC33-13E1-33B6-62A45E9332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F1940E-0F6E-BD89-7C40-4B0E65EBA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6A7BD-763D-4401-A4E4-B044FF19B44A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4DD2CF-4B55-5E08-5F38-CA105141B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ACC70-CC06-0555-E7C9-5F3BDF2E0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6C8D5-F78A-4824-B199-2674EF4975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927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9754-1223-C372-38E6-FE75434D3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3E3010-2E4B-90F7-B080-2E5F556D0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6A7BD-763D-4401-A4E4-B044FF19B44A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D6DCEF-5947-B59B-6FD4-69C0730E6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28284E-9D5A-B00E-779D-B9E843602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6C8D5-F78A-4824-B199-2674EF4975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5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64FD7B-E026-F58F-DE27-FEB9FE0BC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6A7BD-763D-4401-A4E4-B044FF19B44A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0806B-07FE-7291-8275-35736635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D8B1D-DBEB-1F9B-3300-7F1A7B7EE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6C8D5-F78A-4824-B199-2674EF4975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335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9149C-58D4-D494-385E-E911DC6E8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1D397-2730-1FEF-6EC2-1F263B194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156756-E2E5-86E9-BA8E-CB3017350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EB76F-A0E5-EB76-38E7-77886F670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6A7BD-763D-4401-A4E4-B044FF19B44A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D0255-2E0D-F95C-2C47-D3F442A0C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E80AC-4F8B-213F-FE1B-38DF255E9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6C8D5-F78A-4824-B199-2674EF4975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448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C64C8-17D4-EC60-3B1C-CCB651222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3AC693-94D3-541A-4243-68EEA0B510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E30C3-39AB-DF7C-5D23-6C611C006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1190-6958-AE62-C2FE-AF2FA9880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6A7BD-763D-4401-A4E4-B044FF19B44A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36DC3-EB0C-B6BC-B9B1-CADA8A9A1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860A0-4CC9-DB91-175F-7B16AD48D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6C8D5-F78A-4824-B199-2674EF4975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696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C5101-7146-0FEE-8FC8-A7B6B00D1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F8C0FC-FE20-B5BE-0580-E89F0A6F5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51828-75B1-B546-F0DD-502CFEDE1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6A7BD-763D-4401-A4E4-B044FF19B44A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A39FA-AA05-140D-5F4D-B77779400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5919B-22B3-63D9-25F9-1D091A6A5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6C8D5-F78A-4824-B199-2674EF4975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632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F7EC62-6C89-C3FC-20BF-5AEF5EAD80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318DB-45B0-FE45-EA23-C70AC96569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5A952-6F4E-E168-A137-C0EB538B8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6A7BD-763D-4401-A4E4-B044FF19B44A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8FCEC-8D3C-133C-AE17-1AAF9FBA8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EEC8D-861D-4CE3-1674-9CDA0EAA9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6C8D5-F78A-4824-B199-2674EF4975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14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803562-86DD-29D8-3A7B-C202ACA27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22B43-45D0-2DD9-B8C6-DBAF6A6E0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144D9-23CD-A89D-AD8E-351A84F99C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6A7BD-763D-4401-A4E4-B044FF19B44A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2F3A8-4020-E138-9EB5-2D7F3AB0E8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66E49-8309-E48C-14E3-20A5BE0BB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6C8D5-F78A-4824-B199-2674EF4975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173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4A4DF7C3-B2B4-8B9D-83E4-12EFADA50D23}"/>
              </a:ext>
            </a:extLst>
          </p:cNvPr>
          <p:cNvSpPr/>
          <p:nvPr/>
        </p:nvSpPr>
        <p:spPr>
          <a:xfrm>
            <a:off x="133004" y="2227809"/>
            <a:ext cx="1837112" cy="847900"/>
          </a:xfrm>
          <a:prstGeom prst="flowChartTerminator">
            <a:avLst/>
          </a:prstGeom>
          <a:solidFill>
            <a:srgbClr val="FFD8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Users (e.g.: LF, Coordinator, Field head, CEO, Trustee)</a:t>
            </a:r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6016E37B-80A0-F3B7-6E24-9ED5E526F003}"/>
              </a:ext>
            </a:extLst>
          </p:cNvPr>
          <p:cNvSpPr/>
          <p:nvPr/>
        </p:nvSpPr>
        <p:spPr>
          <a:xfrm>
            <a:off x="2245129" y="2227809"/>
            <a:ext cx="1751214" cy="847900"/>
          </a:xfrm>
          <a:prstGeom prst="flowChartTerminator">
            <a:avLst/>
          </a:prstGeom>
          <a:solidFill>
            <a:srgbClr val="7CAF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Mobile App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 (React Native)</a:t>
            </a:r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77B49196-8413-519D-16E7-B69975509989}"/>
              </a:ext>
            </a:extLst>
          </p:cNvPr>
          <p:cNvSpPr/>
          <p:nvPr/>
        </p:nvSpPr>
        <p:spPr>
          <a:xfrm>
            <a:off x="4271356" y="2227809"/>
            <a:ext cx="2103120" cy="847900"/>
          </a:xfrm>
          <a:prstGeom prst="flowChartTerminator">
            <a:avLst/>
          </a:prstGeom>
          <a:solidFill>
            <a:srgbClr val="82E8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Offline Storage 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(SQLite/Json)</a:t>
            </a:r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C0F323FA-B754-A26B-386A-795806DFAD45}"/>
              </a:ext>
            </a:extLst>
          </p:cNvPr>
          <p:cNvSpPr/>
          <p:nvPr/>
        </p:nvSpPr>
        <p:spPr>
          <a:xfrm>
            <a:off x="6649489" y="2227809"/>
            <a:ext cx="2103120" cy="847900"/>
          </a:xfrm>
          <a:prstGeom prst="flowChartTerminator">
            <a:avLst/>
          </a:prstGeom>
          <a:solidFill>
            <a:srgbClr val="F1B1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Firebase Backend</a:t>
            </a:r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B8094E90-7B88-3036-5BF2-8F84E693E974}"/>
              </a:ext>
            </a:extLst>
          </p:cNvPr>
          <p:cNvSpPr/>
          <p:nvPr/>
        </p:nvSpPr>
        <p:spPr>
          <a:xfrm>
            <a:off x="9709266" y="1737358"/>
            <a:ext cx="2103120" cy="656705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Firebase Auth</a:t>
            </a:r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A7806110-B1FA-BE5E-94DE-D0BE4FCE8F01}"/>
              </a:ext>
            </a:extLst>
          </p:cNvPr>
          <p:cNvSpPr/>
          <p:nvPr/>
        </p:nvSpPr>
        <p:spPr>
          <a:xfrm>
            <a:off x="9709266" y="3075709"/>
            <a:ext cx="2103120" cy="656705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Firebase Database (Student, Program, Attendance, Grades)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D1DA6EC-63F1-C2D1-A57D-E28D157E317C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970116" y="2651759"/>
            <a:ext cx="2750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79067C-562E-E6B9-1584-ABA4E7F4C209}"/>
              </a:ext>
            </a:extLst>
          </p:cNvPr>
          <p:cNvCxnSpPr>
            <a:cxnSpLocks/>
          </p:cNvCxnSpPr>
          <p:nvPr/>
        </p:nvCxnSpPr>
        <p:spPr>
          <a:xfrm>
            <a:off x="3996343" y="2651759"/>
            <a:ext cx="2750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7106772-B7B8-7146-8617-82387C6A4DC4}"/>
              </a:ext>
            </a:extLst>
          </p:cNvPr>
          <p:cNvCxnSpPr>
            <a:cxnSpLocks/>
          </p:cNvCxnSpPr>
          <p:nvPr/>
        </p:nvCxnSpPr>
        <p:spPr>
          <a:xfrm>
            <a:off x="6374476" y="2651759"/>
            <a:ext cx="2750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F78D9C9-767E-0992-4217-1A578BCA1D76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8752608" y="2646908"/>
            <a:ext cx="956658" cy="7571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F598DB7-D6A1-3B5F-B67A-57A6C7AD9AC5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8752609" y="2065711"/>
            <a:ext cx="956657" cy="581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680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Pushpa Kalakamb</dc:creator>
  <cp:lastModifiedBy>Pushpa Kalakamb</cp:lastModifiedBy>
  <cp:revision>1</cp:revision>
  <dcterms:created xsi:type="dcterms:W3CDTF">2025-08-24T17:32:38Z</dcterms:created>
  <dcterms:modified xsi:type="dcterms:W3CDTF">2025-08-24T17:32:53Z</dcterms:modified>
</cp:coreProperties>
</file>